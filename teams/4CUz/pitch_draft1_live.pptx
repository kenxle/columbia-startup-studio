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a210824e94d31" /><Relationship Type="http://schemas.openxmlformats.org/officeDocument/2006/relationships/extended-properties" Target="/docProps/app.xml" Id="R5985708e32134822" /><Relationship Type="http://schemas.openxmlformats.org/officeDocument/2006/relationships/officeDocument" Target="/ppt/presentation.xml" Id="R1b317597cd6947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8232d10324043"/>
  </p:sldMasterIdLst>
  <p:notesMasterIdLst>
    <p:notesMasterId xmlns:r="http://schemas.openxmlformats.org/officeDocument/2006/relationships" r:id="R0dc7f82c3321468c"/>
  </p:notesMasterIdLst>
  <p:sldIdLst>
    <p:sldId xmlns:r="http://schemas.openxmlformats.org/officeDocument/2006/relationships" id="256" r:id="R1241c5027f774a25"/>
    <p:sldId xmlns:r="http://schemas.openxmlformats.org/officeDocument/2006/relationships" id="257" r:id="Rec244ced3876477e"/>
    <p:sldId xmlns:r="http://schemas.openxmlformats.org/officeDocument/2006/relationships" id="258" r:id="Rb9cbe884f7a54a85"/>
    <p:sldId xmlns:r="http://schemas.openxmlformats.org/officeDocument/2006/relationships" id="259" r:id="R677a9645a6c74be6"/>
    <p:sldId xmlns:r="http://schemas.openxmlformats.org/officeDocument/2006/relationships" id="260" r:id="R84b148835ad04900"/>
    <p:sldId xmlns:r="http://schemas.openxmlformats.org/officeDocument/2006/relationships" id="261" r:id="Rf0d700a394104fea"/>
    <p:sldId xmlns:r="http://schemas.openxmlformats.org/officeDocument/2006/relationships" id="262" r:id="Rb53334d5cde04168"/>
    <p:sldId xmlns:r="http://schemas.openxmlformats.org/officeDocument/2006/relationships" id="263" r:id="R6294b6c93390425e"/>
    <p:sldId xmlns:r="http://schemas.openxmlformats.org/officeDocument/2006/relationships" id="264" r:id="R22929756911e454e"/>
    <p:sldId xmlns:r="http://schemas.openxmlformats.org/officeDocument/2006/relationships" id="265" r:id="R7abf13f440a94052"/>
    <p:sldId xmlns:r="http://schemas.openxmlformats.org/officeDocument/2006/relationships" id="266" r:id="R6981086938af484c"/>
    <p:sldId xmlns:r="http://schemas.openxmlformats.org/officeDocument/2006/relationships" id="267" r:id="R05f65709a53342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8232d10324043" /><Relationship Type="http://schemas.openxmlformats.org/officeDocument/2006/relationships/theme" Target="/ppt/theme/theme1.xml" Id="R1a56d720ccff4bde" /><Relationship Type="http://schemas.openxmlformats.org/officeDocument/2006/relationships/notesMaster" Target="/ppt/notesMasters/notesMaster1.xml" Id="R0dc7f82c3321468c" /><Relationship Type="http://schemas.openxmlformats.org/officeDocument/2006/relationships/presProps" Target="/ppt/presProps.xml" Id="Rf8d7ddb5cc514638" /><Relationship Type="http://schemas.openxmlformats.org/officeDocument/2006/relationships/viewProps" Target="/ppt/viewProps.xml" Id="Rd7b025c631ed4bf0" /><Relationship Type="http://schemas.openxmlformats.org/officeDocument/2006/relationships/tableStyles" Target="/ppt/tableStyles.xml" Id="R1231f7f4d3354129" /><Relationship Type="http://schemas.openxmlformats.org/officeDocument/2006/relationships/slide" Target="/ppt/slides/slide1.xml" Id="R1241c5027f774a25" /><Relationship Type="http://schemas.openxmlformats.org/officeDocument/2006/relationships/slide" Target="/ppt/slides/slide2.xml" Id="Rec244ced3876477e" /><Relationship Type="http://schemas.openxmlformats.org/officeDocument/2006/relationships/slide" Target="/ppt/slides/slide3.xml" Id="Rb9cbe884f7a54a85" /><Relationship Type="http://schemas.openxmlformats.org/officeDocument/2006/relationships/slide" Target="/ppt/slides/slide4.xml" Id="R677a9645a6c74be6" /><Relationship Type="http://schemas.openxmlformats.org/officeDocument/2006/relationships/slide" Target="/ppt/slides/slide5.xml" Id="R84b148835ad04900" /><Relationship Type="http://schemas.openxmlformats.org/officeDocument/2006/relationships/slide" Target="/ppt/slides/slide6.xml" Id="Rf0d700a394104fea" /><Relationship Type="http://schemas.openxmlformats.org/officeDocument/2006/relationships/slide" Target="/ppt/slides/slide7.xml" Id="Rb53334d5cde04168" /><Relationship Type="http://schemas.openxmlformats.org/officeDocument/2006/relationships/slide" Target="/ppt/slides/slide8.xml" Id="R6294b6c93390425e" /><Relationship Type="http://schemas.openxmlformats.org/officeDocument/2006/relationships/slide" Target="/ppt/slides/slide9.xml" Id="R22929756911e454e" /><Relationship Type="http://schemas.openxmlformats.org/officeDocument/2006/relationships/slide" Target="/ppt/slides/slide10.xml" Id="R7abf13f440a94052" /><Relationship Type="http://schemas.openxmlformats.org/officeDocument/2006/relationships/slide" Target="/ppt/slides/slide11.xml" Id="R6981086938af484c" /><Relationship Type="http://schemas.openxmlformats.org/officeDocument/2006/relationships/slide" Target="/ppt/slides/slide12.xml" Id="R05f65709a53342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be6015b438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TripableMinimal">
  <a:themeElements>
    <a:clrScheme name="TripableMinimal">
      <a:accent1>
        <a:srgbClr val="111111"/>
      </a:accent1>
      <a:accent2>
        <a:srgbClr val="6B728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ripableMinim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f1bd3ceb8d4d55" /><Relationship Type="http://schemas.openxmlformats.org/officeDocument/2006/relationships/notesMaster" Target="/ppt/notesMasters/notesMaster1.xml" Id="Ra69f8d4ab7c9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832ccd83048a8" /><Relationship Type="http://schemas.openxmlformats.org/officeDocument/2006/relationships/notesMaster" Target="/ppt/notesMasters/notesMaster1.xml" Id="Rbb4d8a5845ff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0a690318fa4682" /><Relationship Type="http://schemas.openxmlformats.org/officeDocument/2006/relationships/notesMaster" Target="/ppt/notesMasters/notesMaster1.xml" Id="Rcfe1a794a78c4b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1987236e3a4d4e" /><Relationship Type="http://schemas.openxmlformats.org/officeDocument/2006/relationships/notesMaster" Target="/ppt/notesMasters/notesMaster1.xml" Id="R2b7f427a8dfd4a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df6c1e307f407c" /><Relationship Type="http://schemas.openxmlformats.org/officeDocument/2006/relationships/notesMaster" Target="/ppt/notesMasters/notesMaster1.xml" Id="Rd394949dac0b4d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e787f727b541d8" /><Relationship Type="http://schemas.openxmlformats.org/officeDocument/2006/relationships/notesMaster" Target="/ppt/notesMasters/notesMaster1.xml" Id="Rc2b6af8417e640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417c21b1be4f89" /><Relationship Type="http://schemas.openxmlformats.org/officeDocument/2006/relationships/notesMaster" Target="/ppt/notesMasters/notesMaster1.xml" Id="R94824b4a955d41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d00eb272544dca" /><Relationship Type="http://schemas.openxmlformats.org/officeDocument/2006/relationships/notesMaster" Target="/ppt/notesMasters/notesMaster1.xml" Id="R9dab59b93f9e47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a8c5f17f1b4547" /><Relationship Type="http://schemas.openxmlformats.org/officeDocument/2006/relationships/notesMaster" Target="/ppt/notesMasters/notesMaster1.xml" Id="R211f915f343247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ce6b2fe2e44df0" /><Relationship Type="http://schemas.openxmlformats.org/officeDocument/2006/relationships/notesMaster" Target="/ppt/notesMasters/notesMaster1.xml" Id="Rd0c8310d55ed4b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db70442e3b4136" /><Relationship Type="http://schemas.openxmlformats.org/officeDocument/2006/relationships/notesMaster" Target="/ppt/notesMasters/notesMaster1.xml" Id="R95ec258f2e6643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f48dac98df4f01" /><Relationship Type="http://schemas.openxmlformats.org/officeDocument/2006/relationships/notesMaster" Target="/ppt/notesMasters/notesMaster1.xml" Id="Rcf3d9f33c05f4b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d211ce1f245d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C1D9E6C-0FA8-45CF-9D33-4C90810C19F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17F403B-C1FB-4F63-8C9C-7AE52B874ED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85D0BC-7628-40B7-9BF5-D6BEE1CF569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493001-1049-4321-8565-DE17945D93D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97bab19ef264722" /><Relationship Type="http://schemas.openxmlformats.org/officeDocument/2006/relationships/slideLayout" Target="/ppt/slideLayouts/slideLayout2.xml" Id="R8db14032a4aa42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CF3081-9EEB-46EB-99EB-B5C75952021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b14032a4aa42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0b2d164eb4567" /><Relationship Type="http://schemas.openxmlformats.org/officeDocument/2006/relationships/notesSlide" Target="/ppt/notesSlides/notesSlide1.xml" Id="Ra2fd94c41954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ac51200bb4c11" /><Relationship Type="http://schemas.openxmlformats.org/officeDocument/2006/relationships/notesSlide" Target="/ppt/notesSlides/notesSlide2.xml" Id="R5cc5a8a2766b4b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2e351d636442e2" /><Relationship Type="http://schemas.openxmlformats.org/officeDocument/2006/relationships/notesSlide" Target="/ppt/notesSlides/notesSlide3.xml" Id="R06a938a1380a48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9cb46c42b04bd0" /><Relationship Type="http://schemas.openxmlformats.org/officeDocument/2006/relationships/notesSlide" Target="/ppt/notesSlides/notesSlide4.xml" Id="R63bb84d33b0e44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0d5f347a054955" /><Relationship Type="http://schemas.openxmlformats.org/officeDocument/2006/relationships/notesSlide" Target="/ppt/notesSlides/notesSlide5.xml" Id="R1fae47ee5b4349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598f866ad4b39" /><Relationship Type="http://schemas.openxmlformats.org/officeDocument/2006/relationships/notesSlide" Target="/ppt/notesSlides/notesSlide6.xml" Id="Rf067dd7209fc4e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142e30e336464c" /><Relationship Type="http://schemas.openxmlformats.org/officeDocument/2006/relationships/notesSlide" Target="/ppt/notesSlides/notesSlide7.xml" Id="R0ee0f5092d174b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b93901790c4ef6" /><Relationship Type="http://schemas.openxmlformats.org/officeDocument/2006/relationships/notesSlide" Target="/ppt/notesSlides/notesSlide8.xml" Id="R16f9478bb48141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0171596cc8475a" /><Relationship Type="http://schemas.openxmlformats.org/officeDocument/2006/relationships/notesSlide" Target="/ppt/notesSlides/notesSlide9.xml" Id="Rf6c2edbdf1e147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5b515df4634762" /><Relationship Type="http://schemas.openxmlformats.org/officeDocument/2006/relationships/notesSlide" Target="/ppt/notesSlides/notesSlide10.xml" Id="R4ce09efc6bf542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d00710eac84e86" /><Relationship Type="http://schemas.openxmlformats.org/officeDocument/2006/relationships/notesSlide" Target="/ppt/notesSlides/notesSlide11.xml" Id="Rf073abe9606b47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61d650b0c64dd1" /><Relationship Type="http://schemas.openxmlformats.org/officeDocument/2006/relationships/notesSlide" Target="/ppt/notesSlides/notesSlide12.xml" Id="R27b6a8a3e6b149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BC475-D2C4-454E-AB53-1B484A1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25E94-4A0E-439B-A518-5EA2685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A589B-917F-414D-9E26-4CD6BC1E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5FED7-F73A-480D-9B90-098F5117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232B7-C017-4EA9-980A-E68FBB08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13335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TRIPABLE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DBC28-643E-404A-921F-D063F722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571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02595-B896-4CBE-A227-ED8632C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572500" cy="1143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Group trip planning, without the group-chat chaos.</a:t>
            </a:r>
          </a:p>
          <a:p xmlns:a="http://schemas.openxmlformats.org/drawingml/2006/main">
            <a:pPr algn="l"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https://www.tripable.pro/</a:t>
            </a:r>
          </a:p>
          <a:p xmlns:a="http://schemas.openxmlformats.org/drawingml/2006/main">
            <a:pPr algn="l"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Team: 4CUz (Elizabeth Lu, Luke Liang, Rebecca Zhao, Thai On)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F011B-54F0-45AA-880D-ECB89508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4CUz  •  tripable.pro</a:t>
            </a:r>
          </a:p>
        </p:txBody>
      </p:sp>
    </p:spTree>
    <p:extLst>
      <p:ext uri="{BB962C8B-B14F-4D97-AF65-F5344CB8AC3E}">
        <p14:creationId xmlns:p14="http://schemas.microsoft.com/office/powerpoint/2010/main" val="755682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0E82D-52F8-4534-A6E1-DAF1BE5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60850-78C7-4ED8-832C-B768B2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68930-633C-496D-BAE9-E4C2E661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036E8-1EC7-4120-B661-BF01A31D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02D36-B4D3-48BE-9F83-7838D5FF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CHANGE (Raskin-style)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6F4A2-2E14-4B6E-ACF8-3849DB60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From: planning trips in chaotic group chats + scattered links + silent friends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To: a shared trip workspace where everyone participates (availability, votes, comments, itinerary)</a:t>
            </a:r>
          </a:p>
        </p:txBody>
      </p:sp>
    </p:spTree>
    <p:extLst>
      <p:ext uri="{BB962C8B-B14F-4D97-AF65-F5344CB8AC3E}">
        <p14:creationId xmlns:p14="http://schemas.microsoft.com/office/powerpoint/2010/main" val="1159990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73EEE-A2DA-4E45-83DB-AFE9102B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B8962-933A-469A-B8B3-0D6358B4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B2D25-C309-482A-A2C2-5A5D3BC8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3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AACDB-8F3D-4794-B6D2-4FB6388D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449D4-52DA-410F-B25B-28BD0B63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282F4-CCFA-4F64-A235-E7708A5F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Planning with friends breaks down: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schedules don’t align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decisions stall (destinations / activities)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links get buried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1 person becomes the “trip planner”</a:t>
            </a:r>
          </a:p>
        </p:txBody>
      </p:sp>
    </p:spTree>
    <p:extLst>
      <p:ext uri="{BB962C8B-B14F-4D97-AF65-F5344CB8AC3E}">
        <p14:creationId xmlns:p14="http://schemas.microsoft.com/office/powerpoint/2010/main" val="1296577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99854-E44F-4A49-BA2D-5F1DA276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EA2C7-9169-4768-BE91-5BB6949D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A5D1B-3B03-45D0-949F-0378DB65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4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4ADE7-EA53-4404-8C78-FDC90578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49510-BB2A-4196-B747-DC1A1BA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WHY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55642-DDDF-4059-8BC7-D288F743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More group travel among students/young professionals (weekends, break trips)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Messaging apps are still the default “planning tool” (but not built for decisions)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Collaborative UI patterns are now standard (votes, comments, shared boards)</a:t>
            </a:r>
          </a:p>
        </p:txBody>
      </p:sp>
    </p:spTree>
    <p:extLst>
      <p:ext uri="{BB962C8B-B14F-4D97-AF65-F5344CB8AC3E}">
        <p14:creationId xmlns:p14="http://schemas.microsoft.com/office/powerpoint/2010/main" val="1267493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B3878-FA7D-4414-A747-4C33B4EB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8FCAC-4C80-47F3-A427-9150AA45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C37B6-3763-4598-B32F-384B7A5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5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7C7AE-B169-4ED6-9414-38225136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B9B7D-F506-44F8-862D-F992CB34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AE775-BF0A-4106-BF92-8162F401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Tripable = collaborative trip workspace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Tabs (blank canvases you can fill together):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1) Availability  2) Places &amp; Activities  3) Budget  4) Itinerary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Built-in: voting + comments + shared ownership</a:t>
            </a:r>
          </a:p>
        </p:txBody>
      </p:sp>
    </p:spTree>
    <p:extLst>
      <p:ext uri="{BB962C8B-B14F-4D97-AF65-F5344CB8AC3E}">
        <p14:creationId xmlns:p14="http://schemas.microsoft.com/office/powerpoint/2010/main" val="2063838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B4208-271F-48CE-8D42-EB76A393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BA804-47ED-4388-A973-AD829F0F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BCBC4-ACE1-4131-BDA6-A627AAD9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6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FA2C2-388E-4B2E-8CFB-6DC636F6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31AA9-7EC5-49E8-A258-BE64C83D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PRODUCT (AHA MOMENT)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F5938-841C-4C47-B362-A1EFD31F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Everyone marks availability → Tripable highlights best dates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Then the group votes on places/activities and turns winners into a realistic itinerary</a:t>
            </a:r>
          </a:p>
        </p:txBody>
      </p:sp>
    </p:spTree>
    <p:extLst>
      <p:ext uri="{BB962C8B-B14F-4D97-AF65-F5344CB8AC3E}">
        <p14:creationId xmlns:p14="http://schemas.microsoft.com/office/powerpoint/2010/main" val="374990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917C5-7204-4F60-BD79-61A8A5B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6B8BA-7108-479C-AF7E-EA8A6009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03B69-D03A-4F0C-A38C-7BF89549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7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FDA43-9251-4ED1-81DA-5C490AF5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85D3B-18BC-42A0-9F2C-3F282CC3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COMPETITION / STATUS QUO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E7A95-96F2-427F-B11F-5BAB89AF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Status quo: iMessage/WhatsApp + Google Docs + Doodle + Splitwise + “someone summarizes”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Point solutions: TripIt/Wanderlog (itinerary), Splitwise (expenses), polls (voting)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Tripable integrates the full group workflow in one place.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13FF8-B8A3-40CA-AA7E-1DA8C50D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1894263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8A54E-6A1E-4261-84CF-044B8242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8E331-F404-4304-AC7A-DB9312D7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C5B4F-ABC7-40B7-99F7-B4E704D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8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C6217-366C-4D84-824E-F342A9B8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03D6D-B42B-474E-B531-D8C882DD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TRACTION (EARLY)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0EE81-DEA6-4D72-A03E-89B91B24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MVP live: tripable.pro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User discovery: ~10 interviews (Trip planning pain patterns)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Early growth plan: Reddit + Discord + campus groups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382D1-120E-4994-B088-69208F8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990460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4487C-557A-421D-8A37-A4BFFAB3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79CD2-3D71-41A6-A10D-395D814B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72C4E-7990-4455-80AD-D7931435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CC171-46FA-407C-9F80-B47E6CF8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7E1D5-6B42-4E93-8C74-C5A8194B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BUSINESS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BBFC4-6E0B-4A5B-818B-E7E81211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Freemium: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Free: trip workspace + voting + comments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Paid: itinerary optimization, budget automation, premium templates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Future: affiliate/booking revenue (lodging, activities)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6CDF8-9F23-4F16-B747-0A9C52C6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1082383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0CD8F-7847-4E56-AC18-3BD0413E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F82FB-A775-42B9-A7A5-A64FEDA7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E4BE5-A12C-48B6-B798-58E269CD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10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A7818-CE28-44AF-9C6C-E2D9BE5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5ABDA-9235-47E4-8A70-300B8EDF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MARKET SIZE (BOTTOM-UP, DRAFT)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F5A26-407F-491D-B922-DF749B65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Start: students/young professionals planning 2–4 group trips/year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Initial wedge: NYC-area university communities → expand to broader 18–30 group travel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8391E-A0D9-4DC7-9D05-FBB3206C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429000" cy="3429000"/>
          </a:xfrm>
          <a:prstGeom xmlns:a="http://schemas.openxmlformats.org/drawingml/2006/main" prst="roundRect">
            <a:avLst>
              <a:gd name="adj" fmla="val 18000"/>
            </a:avLst>
          </a:prstGeom>
          <a:ln xmlns:a="http://schemas.openxmlformats.org/drawingml/2006/main" w="9525">
            <a:solidFill>
              <a:srgbClr val="E5E7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Visual / GIF</a:t>
            </a:r>
          </a:p>
          <a:p xmlns:a="http://schemas.openxmlformats.org/drawingml/2006/main">
            <a:pPr algn="ctr">
              <a:defRPr sz="1350">
                <a:solidFill>
                  <a:srgbClr val="6B7280"/>
                </a:solidFill>
              </a:defRPr>
            </a:pPr>
            <a:r>
              <a:rPr sz="1350">
                <a:solidFill>
                  <a:srgbClr val="6B7280"/>
                </a:solidFill>
              </a:rPr>
              <a:t>(placeholder)</a:t>
            </a:r>
          </a:p>
        </p:txBody>
      </p:sp>
    </p:spTree>
    <p:extLst>
      <p:ext uri="{BB962C8B-B14F-4D97-AF65-F5344CB8AC3E}">
        <p14:creationId xmlns:p14="http://schemas.microsoft.com/office/powerpoint/2010/main" val="1765945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2485F-6E32-45C7-A214-17C3C7B4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8358F-E78D-4020-963F-5883260A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1BD0B-6614-4DB1-97BD-963B04A7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09843-E107-4E60-9D17-25E5611D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5710B-8E24-415E-9D6B-511F468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C884B-5DD7-480B-95B7-E43E12CD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Rebecca — frontend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Thai — frontend/backend integration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Elizabeth — demand gen + landing page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Luke — supabase + deployment</a:t>
            </a:r>
          </a:p>
        </p:txBody>
      </p:sp>
    </p:spTree>
    <p:extLst>
      <p:ext uri="{BB962C8B-B14F-4D97-AF65-F5344CB8AC3E}">
        <p14:creationId xmlns:p14="http://schemas.microsoft.com/office/powerpoint/2010/main" val="2056875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0AD366-D420-4AC5-A931-1CB97017B8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B3826-631B-4C15-BF24-81BBA9CA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90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C25E5-CBC5-4CBF-ABA6-85078DA1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BE338-8FA2-4A67-ABFD-DCA1E467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4CE2B-46D0-45A3-85FC-7535C1D9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tripable.pro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79276-CAE4-4F6C-A4CB-BBB71C99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THE 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55A04-160D-4BE2-A7DE-D3FA8807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286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We’re looking for: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20 active groups to plan a real trip end-to-end in Tripable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Feedback on the “workspace tabs” + voting/comments flow</a:t>
            </a:r>
          </a:p>
          <a:p xmlns:a="http://schemas.openxmlformats.org/drawingml/2006/main">
            <a:pPr algn="l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Intros to campus orgs / travel communities for pilots</a:t>
            </a:r>
          </a:p>
        </p:txBody>
      </p:sp>
    </p:spTree>
    <p:extLst>
      <p:ext uri="{BB962C8B-B14F-4D97-AF65-F5344CB8AC3E}">
        <p14:creationId xmlns:p14="http://schemas.microsoft.com/office/powerpoint/2010/main" val="1560640157"/>
      </p:ext>
    </p:extLst>
  </p:cSld>
</p:sld>
</file>

<file path=ppt/theme/theme1.xml><?xml version="1.0" encoding="utf-8"?>
<a:theme xmlns:a="http://schemas.openxmlformats.org/drawingml/2006/main" name="TripableMinimal">
  <a:themeElements>
    <a:clrScheme name="TripableMinimal">
      <a:accent1>
        <a:srgbClr val="111111"/>
      </a:accent1>
      <a:accent2>
        <a:srgbClr val="6B728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ripableMinim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2026-04-28T01:10:26.7540000Z</dcterms:created>
  <dcterms:modified xsi:type="dcterms:W3CDTF">2026-04-28T01:10:26.7540000Z</dcterms:modified>
</coreProperties>
</file>